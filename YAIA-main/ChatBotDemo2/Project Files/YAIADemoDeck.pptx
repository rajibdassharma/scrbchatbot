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076"/>
    <p:restoredTop sz="94720"/>
  </p:normalViewPr>
  <p:slideViewPr>
    <p:cSldViewPr snapToGrid="0">
      <p:cViewPr>
        <p:scale>
          <a:sx n="70" d="100"/>
          <a:sy n="70" d="100"/>
        </p:scale>
        <p:origin x="-780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EA9DE-F0B7-4ECD-BF4C-C67A4CBC0542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BCE64-DD66-4D1F-A6D4-534EE025472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</a:t>
            </a:r>
            <a:r>
              <a:rPr lang="en-US" baseline="0" dirty="0" smtClean="0"/>
              <a:t> you need an AI Assistant that will help you adapt fast, meet your Generative AI requirements in a cost effective manner and will be easy for all your employees to use without a lot of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BCE64-DD66-4D1F-A6D4-534EE025472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Extensive number of use cases</a:t>
            </a:r>
            <a:br>
              <a:rPr lang="en-US" dirty="0" smtClean="0"/>
            </a:br>
            <a:r>
              <a:rPr lang="en-US" dirty="0" smtClean="0"/>
              <a:t>significantly</a:t>
            </a:r>
            <a:r>
              <a:rPr lang="en-US" baseline="0" dirty="0" smtClean="0"/>
              <a:t> improve the productivity of your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BCE64-DD66-4D1F-A6D4-534EE025472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9837A1-60DD-E346-3B1F-DFB2917E3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45B48AA-08E2-5AFF-B981-E1B76E294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A48688E-1D2B-C2A5-04C6-35F62CD4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6D7D64B-B629-A1B9-36D4-9D09E790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34DA71-3B64-2A79-265F-BD9FF562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07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5A3C83-A175-8E6C-D728-C2ED2AAE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D390E5-1F93-4F64-06F0-9AD2F199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181A999-8322-4E6B-889A-4187CEA5F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DA52408-6B35-F1EE-8AB7-E4CA871F7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87885A7-DBCE-68FD-1CE9-1888EA20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5237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A21C48-2C8A-4820-62C3-876FCB4D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9041E90-3727-B463-F5FD-2C1D782DC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07C3430-8689-19A5-F004-09A6E4F2C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3872896-2A25-D26A-EA44-5E6308B2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769917-51FA-3D38-ACFC-A8AA60CA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9496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F8F9BA-3DF5-3357-BF78-A2BEDA09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7EA5C3-F99F-1EEE-A2E7-1C39B2F02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93DFAD1-F2EC-B404-F07A-AFD93882F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376CC80-CE1C-24AC-5D6A-497BE87B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E9F15DF-33AE-6ACF-33D1-25EE03C5B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C11C089-C409-65E3-236F-C7D65CB8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71532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AB310C-1E2E-EAA1-AF7E-42EB4F14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3AE2136-12BC-A177-F6E2-230BB389B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16443D0-01E6-77AC-E7B7-C7C2CF83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2778F1B-A8E5-EB1C-47FE-67105B26C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836273B-DD24-7209-B363-A11916ABE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EBF48C79-518F-D690-6649-33365BB8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716F440-0A26-F12A-57B9-F1AA1173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5D42775-273A-3FF8-120F-8B6516CA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476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A00E57-8D62-05A2-D5A5-0CD5F8FB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CAED164-3B18-FBBC-30E4-D125D976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E1629E3-0F26-E6BD-4CC1-C80E1372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771DA16-E635-E0C1-CAE3-6969E448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8725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35AF367-9FA6-465E-82B8-2BD0ECDD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DFE3CE3-8E44-6A8C-C97F-7352626D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31748E-1A0D-6D99-DDB3-93D07ED0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7147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C815EB-B2BE-4731-93E3-F6DBBE9B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96CBF8-C48F-B05A-649F-729AAC868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312F99D-938A-EC8E-7982-4C7E26C7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0FC29CC-CEE6-237B-D1CD-46042753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342A511-68C4-C9F7-75CE-5B5FC71F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FB6AAC7-7353-B7ED-2C32-2706F413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2917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4D0B1F-8392-0CB7-21CC-08E47F188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F0AFB17-E802-3ABD-1080-0D7025F30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A726784-DC42-A5E4-3A95-20B27FF5B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AC07337-62F9-2CA7-9DA0-9E96E912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1C25E32-BA8A-DDA6-4626-7CE3228A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8C0B336-C18D-F753-B743-471D0646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600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F2F1EE-BC3A-FF93-4FCB-B49FE2AB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1FE5080-7FE7-A095-3548-319E94EDA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11B1368-4CDD-B5E6-8036-04218D04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1332E8E-9187-D7B2-F23F-E01F62D7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FFA481B-695A-F701-BF68-E82D36C2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5471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971A254-A6EF-22A4-8127-4DC3CEB4E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8085586-B872-5CFB-F178-AFA3447A5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6A3FB3-C476-8BEA-8059-56F3FA93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98045B-4D71-60A0-8BDA-24C91AA1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2D5CE7D-D35C-6D63-8225-6CE0F48A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258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E8CB156-6462-EE06-6C1C-162F8916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8863B36-C45F-C887-12BD-03D2BEF54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79C044-87EE-35B9-C6D4-975B8A3CE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C4FCB-F368-5D4B-BBCD-824D3086A3C9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A8D003-2E1B-DB41-92C9-3C4772CE8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C063021-8468-87AE-2D50-14B8DFF33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F8E01-FB9C-6443-BE6A-448796593D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2999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3A1E02-0E02-A575-CFBA-E0C745400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Y</a:t>
            </a:r>
            <a:r>
              <a:rPr lang="en-US" sz="4800" dirty="0">
                <a:latin typeface="Arial Rounded MT Bold" panose="020F0704030504030204" pitchFamily="34" charset="77"/>
              </a:rPr>
              <a:t>our </a:t>
            </a:r>
            <a:r>
              <a:rPr lang="en-US" sz="4800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AI</a:t>
            </a:r>
            <a:r>
              <a:rPr lang="en-US" sz="4800" dirty="0">
                <a:latin typeface="Arial Rounded MT Bold" panose="020F0704030504030204" pitchFamily="34" charset="77"/>
              </a:rPr>
              <a:t> </a:t>
            </a:r>
            <a:r>
              <a:rPr lang="en-US" sz="4800" dirty="0">
                <a:solidFill>
                  <a:srgbClr val="FF0000"/>
                </a:solidFill>
                <a:latin typeface="Arial Rounded MT Bold" panose="020F0704030504030204" pitchFamily="34" charset="77"/>
              </a:rPr>
              <a:t>A</a:t>
            </a:r>
            <a:r>
              <a:rPr lang="en-US" sz="4800" dirty="0">
                <a:latin typeface="Arial Rounded MT Bold" panose="020F0704030504030204" pitchFamily="34" charset="77"/>
              </a:rPr>
              <a:t>ssistant (yaia.ai)</a:t>
            </a:r>
            <a:r>
              <a:rPr lang="en-US" dirty="0">
                <a:latin typeface="Arial Rounded MT Bold" panose="020F0704030504030204" pitchFamily="34" charset="77"/>
              </a:rPr>
              <a:t/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sz="3600" dirty="0">
                <a:solidFill>
                  <a:srgbClr val="0070C0"/>
                </a:solidFill>
                <a:latin typeface="Arial Rounded MT Bold" panose="020F0704030504030204" pitchFamily="34" charset="77"/>
              </a:rPr>
              <a:t>Our Future is Written in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D0E003A-CD82-B49C-B0A4-E66187B17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800" dirty="0">
              <a:latin typeface="Arial Rounded MT Bold" panose="020F0704030504030204" pitchFamily="34" charset="77"/>
            </a:endParaRPr>
          </a:p>
          <a:p>
            <a:r>
              <a:rPr lang="en-US" sz="2800" dirty="0">
                <a:latin typeface="Arial Rounded MT Bold" panose="020F0704030504030204" pitchFamily="34" charset="77"/>
              </a:rPr>
              <a:t>2</a:t>
            </a:r>
            <a:r>
              <a:rPr lang="en-US" sz="2800" baseline="30000" dirty="0">
                <a:latin typeface="Arial Rounded MT Bold" panose="020F0704030504030204" pitchFamily="34" charset="77"/>
              </a:rPr>
              <a:t>nd</a:t>
            </a:r>
            <a:r>
              <a:rPr lang="en-US" sz="2800" dirty="0">
                <a:latin typeface="Arial Rounded MT Bold" panose="020F0704030504030204" pitchFamily="34" charset="77"/>
              </a:rPr>
              <a:t> August 2023</a:t>
            </a:r>
          </a:p>
        </p:txBody>
      </p:sp>
    </p:spTree>
    <p:extLst>
      <p:ext uri="{BB962C8B-B14F-4D97-AF65-F5344CB8AC3E}">
        <p14:creationId xmlns="" xmlns:p14="http://schemas.microsoft.com/office/powerpoint/2010/main" val="186861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7FCF07E-55E4-F5A6-B11B-98054AAD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220" y="1875311"/>
            <a:ext cx="4748521" cy="3622022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Arial Rounded MT Bold" panose="020F0704030504030204" pitchFamily="34" charset="77"/>
              </a:rPr>
              <a:t>Today the Enterprises are drowning in AI related information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Almost everyday a new Language Model is coming out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While there are plenty of </a:t>
            </a:r>
            <a:r>
              <a:rPr lang="en-US" sz="2000" dirty="0" err="1">
                <a:latin typeface="Arial Rounded MT Bold" panose="020F0704030504030204" pitchFamily="34" charset="77"/>
              </a:rPr>
              <a:t>ChatBots</a:t>
            </a:r>
            <a:r>
              <a:rPr lang="en-US" sz="2000" dirty="0">
                <a:latin typeface="Arial Rounded MT Bold" panose="020F0704030504030204" pitchFamily="34" charset="77"/>
              </a:rPr>
              <a:t> around, most of them do not scale to Enterprise needs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No easy and fast way to adopt Generative AI in the Enterprise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Disconnected, disjointed and fragmented solutions will lead to redundancy and increased cost of adoption</a:t>
            </a:r>
          </a:p>
          <a:p>
            <a:endParaRPr lang="en-US" sz="2000" dirty="0">
              <a:latin typeface="Arial Rounded MT Bold" panose="020F0704030504030204" pitchFamily="34" charset="77"/>
            </a:endParaRPr>
          </a:p>
        </p:txBody>
      </p:sp>
      <p:pic>
        <p:nvPicPr>
          <p:cNvPr id="5" name="Picture 4" descr="A screenshot of a newspaper&#10;&#10;Description automatically generated">
            <a:extLst>
              <a:ext uri="{FF2B5EF4-FFF2-40B4-BE49-F238E27FC236}">
                <a16:creationId xmlns="" xmlns:a16="http://schemas.microsoft.com/office/drawing/2014/main" id="{E4897BAF-F10D-DB09-E303-C2254181E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061" y="451611"/>
            <a:ext cx="6947892" cy="310737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1910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7FCF07E-55E4-F5A6-B11B-98054AAD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916" y="1331258"/>
            <a:ext cx="10934168" cy="23756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latin typeface="Arial Rounded MT Bold" panose="020F0704030504030204" pitchFamily="34" charset="77"/>
              </a:rPr>
              <a:t>So you need an AI Assistant who will help you adapt fast, meet your Generative AI requirements in a cost effective manner and it will be easy to use by all your employees without lot of training.</a:t>
            </a:r>
          </a:p>
          <a:p>
            <a:pPr algn="ctr"/>
            <a:endParaRPr lang="en-US" sz="3200" dirty="0">
              <a:latin typeface="Arial Rounded MT Bold" panose="020F0704030504030204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7F7571C-427A-406C-2226-095DD8CD59A6}"/>
              </a:ext>
            </a:extLst>
          </p:cNvPr>
          <p:cNvSpPr/>
          <p:nvPr/>
        </p:nvSpPr>
        <p:spPr>
          <a:xfrm>
            <a:off x="1398493" y="3827930"/>
            <a:ext cx="2223247" cy="15598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Rounded MT Bold" panose="020F0704030504030204" pitchFamily="34" charset="77"/>
              </a:rPr>
              <a:t>Answer 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F3364F5-4ECC-DBDA-4B55-99BEBBBAE103}"/>
              </a:ext>
            </a:extLst>
          </p:cNvPr>
          <p:cNvSpPr/>
          <p:nvPr/>
        </p:nvSpPr>
        <p:spPr>
          <a:xfrm>
            <a:off x="4545105" y="3827930"/>
            <a:ext cx="2223247" cy="15598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Rounded MT Bold" panose="020F0704030504030204" pitchFamily="34" charset="77"/>
              </a:rPr>
              <a:t>Encourage Creativity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B9907F4-C99A-1556-8B5F-EC6981721ABF}"/>
              </a:ext>
            </a:extLst>
          </p:cNvPr>
          <p:cNvSpPr/>
          <p:nvPr/>
        </p:nvSpPr>
        <p:spPr>
          <a:xfrm>
            <a:off x="7844117" y="3827930"/>
            <a:ext cx="2223247" cy="155985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Rounded MT Bold" panose="020F0704030504030204" pitchFamily="34" charset="77"/>
              </a:rPr>
              <a:t>Automate Workflows </a:t>
            </a:r>
          </a:p>
        </p:txBody>
      </p:sp>
    </p:spTree>
    <p:extLst>
      <p:ext uri="{BB962C8B-B14F-4D97-AF65-F5344CB8AC3E}">
        <p14:creationId xmlns="" xmlns:p14="http://schemas.microsoft.com/office/powerpoint/2010/main" val="414271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5">
            <a:extLst>
              <a:ext uri="{FF2B5EF4-FFF2-40B4-BE49-F238E27FC236}">
                <a16:creationId xmlns="" xmlns:a16="http://schemas.microsoft.com/office/drawing/2014/main" id="{25B97239-2685-48C8-8104-1D4E4E383D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 descr="A screenshot of a chat&#10;&#10;Description automatically generated">
            <a:extLst>
              <a:ext uri="{FF2B5EF4-FFF2-40B4-BE49-F238E27FC236}">
                <a16:creationId xmlns="" xmlns:a16="http://schemas.microsoft.com/office/drawing/2014/main" id="{BAB74856-F9F7-4D4E-997A-366034663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47" y="200959"/>
            <a:ext cx="5050118" cy="2144123"/>
          </a:xfrm>
          <a:prstGeom prst="rect">
            <a:avLst/>
          </a:prstGeom>
        </p:spPr>
      </p:pic>
      <p:pic>
        <p:nvPicPr>
          <p:cNvPr id="15" name="Picture 14" descr="A screenshot of a chat&#10;&#10;Description automatically generated">
            <a:extLst>
              <a:ext uri="{FF2B5EF4-FFF2-40B4-BE49-F238E27FC236}">
                <a16:creationId xmlns="" xmlns:a16="http://schemas.microsoft.com/office/drawing/2014/main" id="{6AF4FCAE-449F-FCB9-9149-077DB91C3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61" y="2189647"/>
            <a:ext cx="4807474" cy="4551811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B14756C0-2D53-9928-B262-B176FB68F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809" y="1411195"/>
            <a:ext cx="3520607" cy="3062194"/>
          </a:xfrm>
          <a:prstGeom prst="rect">
            <a:avLst/>
          </a:prstGeom>
        </p:spPr>
      </p:pic>
      <p:pic>
        <p:nvPicPr>
          <p:cNvPr id="29" name="Picture 28" descr="A screenshot of a screenshot of a photo&#10;&#10;Description automatically generated">
            <a:extLst>
              <a:ext uri="{FF2B5EF4-FFF2-40B4-BE49-F238E27FC236}">
                <a16:creationId xmlns="" xmlns:a16="http://schemas.microsoft.com/office/drawing/2014/main" id="{E4CDAA72-1419-5CD5-11CB-3F5D12D65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022" y="2474257"/>
            <a:ext cx="3030218" cy="41596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1040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4252D2-153C-3B9D-45B5-3A67A544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 Rounded MT Bold" panose="020F0704030504030204" pitchFamily="34" charset="77"/>
              </a:rPr>
              <a:t>What will YAIA do for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19CBF4-6BA9-5AC2-D4D9-BCF200765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 Rounded MT Bold" panose="020F0704030504030204" pitchFamily="34" charset="77"/>
              </a:rPr>
              <a:t>Help you adopt Generative AI fast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Provide a Platform that you can use for any specific Industry like Retail and domain like Sales, thus supporting an extensive no of Use Cases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Multimodal – supports Text, Image, Audio and Video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You can plug in any Generative AI model– no dependency on any vendor lock in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Easy to use with minimal learning curve and training</a:t>
            </a:r>
          </a:p>
          <a:p>
            <a:r>
              <a:rPr lang="en-US" sz="2000" dirty="0">
                <a:latin typeface="Arial Rounded MT Bold" panose="020F0704030504030204" pitchFamily="34" charset="77"/>
              </a:rPr>
              <a:t>It will significantly improve Productivity of your people</a:t>
            </a:r>
          </a:p>
        </p:txBody>
      </p:sp>
    </p:spTree>
    <p:extLst>
      <p:ext uri="{BB962C8B-B14F-4D97-AF65-F5344CB8AC3E}">
        <p14:creationId xmlns="" xmlns:p14="http://schemas.microsoft.com/office/powerpoint/2010/main" val="428962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579816-3925-0CAA-F8FE-3B952260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64" y="2103437"/>
            <a:ext cx="4020671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 Rounded MT Bold" panose="020F0704030504030204" pitchFamily="34" charset="77"/>
              </a:rPr>
              <a:t>Demo and Q&amp;A</a:t>
            </a:r>
          </a:p>
        </p:txBody>
      </p:sp>
    </p:spTree>
    <p:extLst>
      <p:ext uri="{BB962C8B-B14F-4D97-AF65-F5344CB8AC3E}">
        <p14:creationId xmlns="" xmlns:p14="http://schemas.microsoft.com/office/powerpoint/2010/main" val="170515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246</Words>
  <Application>Microsoft Macintosh PowerPoint</Application>
  <PresentationFormat>Custom</PresentationFormat>
  <Paragraphs>24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Your AI Assistant (yaia.ai) Our Future is Written in Code</vt:lpstr>
      <vt:lpstr>Slide 2</vt:lpstr>
      <vt:lpstr>Slide 3</vt:lpstr>
      <vt:lpstr>Slide 4</vt:lpstr>
      <vt:lpstr>What will YAIA do for you?</vt:lpstr>
      <vt:lpstr>Demo and Q&amp;A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AI Assistant (yaia.ai) Demo</dc:title>
  <dc:creator>Rajib Das Sharma</dc:creator>
  <cp:lastModifiedBy>DELL</cp:lastModifiedBy>
  <cp:revision>6</cp:revision>
  <dcterms:created xsi:type="dcterms:W3CDTF">2023-08-02T13:55:41Z</dcterms:created>
  <dcterms:modified xsi:type="dcterms:W3CDTF">2023-08-08T16:42:49Z</dcterms:modified>
</cp:coreProperties>
</file>